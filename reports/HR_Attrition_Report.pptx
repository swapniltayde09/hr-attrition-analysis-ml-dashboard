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Attrition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Consulting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Attrition Rate: 16.12%</a:t>
            </a:r>
          </a:p>
          <a:p>
            <a:r>
              <a:t>Key Drivers: Overtime, Income, Satisfaction, Tenure</a:t>
            </a:r>
          </a:p>
          <a:p>
            <a:r>
              <a:t>High Risk Group Attrition: 45.45%</a:t>
            </a:r>
          </a:p>
          <a:p>
            <a:r>
              <a:t>Attrition is multi-factor driven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Overtime increases attrition by ~3x</a:t>
            </a:r>
          </a:p>
          <a:p>
            <a:r>
              <a:t>• Low income is the strongest structural driver</a:t>
            </a:r>
          </a:p>
          <a:p>
            <a:r>
              <a:t>• Early tenure employees are highest risk</a:t>
            </a:r>
          </a:p>
          <a:p>
            <a:r>
              <a:t>• Satisfaction strongly impacts retention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Optimize compensation structure</a:t>
            </a:r>
          </a:p>
          <a:p>
            <a:r>
              <a:rPr dirty="0"/>
              <a:t>Reduce overtime and workload imbalance</a:t>
            </a:r>
          </a:p>
          <a:p>
            <a:r>
              <a:rPr dirty="0"/>
              <a:t>Improve onboarding (first-year retention)</a:t>
            </a:r>
          </a:p>
          <a:p>
            <a:r>
              <a:rPr dirty="0"/>
              <a:t>Implement risk-based HR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</Words>
  <Application>Microsoft Office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HR Attrition Analysis</vt:lpstr>
      <vt:lpstr>Executive Summary</vt:lpstr>
      <vt:lpstr>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Swapnalija-3 HP Elitebook</cp:lastModifiedBy>
  <cp:revision>2</cp:revision>
  <dcterms:created xsi:type="dcterms:W3CDTF">2013-01-27T09:14:16Z</dcterms:created>
  <dcterms:modified xsi:type="dcterms:W3CDTF">2026-03-19T16:25:35Z</dcterms:modified>
  <cp:category/>
</cp:coreProperties>
</file>